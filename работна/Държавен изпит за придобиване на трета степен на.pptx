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8"/>
  </p:notesMasterIdLst>
  <p:handoutMasterIdLst>
    <p:handoutMasterId r:id="rId19"/>
  </p:handoutMasterIdLst>
  <p:sldIdLst>
    <p:sldId id="256" r:id="rId5"/>
    <p:sldId id="257" r:id="rId6"/>
    <p:sldId id="260" r:id="rId7"/>
    <p:sldId id="258" r:id="rId8"/>
    <p:sldId id="261" r:id="rId9"/>
    <p:sldId id="262" r:id="rId10"/>
    <p:sldId id="283" r:id="rId11"/>
    <p:sldId id="264" r:id="rId12"/>
    <p:sldId id="266" r:id="rId13"/>
    <p:sldId id="284" r:id="rId14"/>
    <p:sldId id="267" r:id="rId15"/>
    <p:sldId id="269"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3" autoAdjust="0"/>
    <p:restoredTop sz="94660"/>
  </p:normalViewPr>
  <p:slideViewPr>
    <p:cSldViewPr snapToGrid="0">
      <p:cViewPr varScale="1">
        <p:scale>
          <a:sx n="108" d="100"/>
          <a:sy n="108" d="100"/>
        </p:scale>
        <p:origin x="654" y="108"/>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3"/>
            </a:solidFill>
            <a:ln>
              <a:noFill/>
            </a:ln>
            <a:effectLst/>
          </c:spPr>
          <c:invertIfNegative val="0"/>
          <c:dPt>
            <c:idx val="1"/>
            <c:invertIfNegative val="0"/>
            <c:bubble3D val="0"/>
            <c:spPr>
              <a:pattFill prst="ltUpDiag">
                <a:fgClr>
                  <a:schemeClr val="accent1">
                    <a:lumMod val="50000"/>
                  </a:schemeClr>
                </a:fgClr>
                <a:bgClr>
                  <a:schemeClr val="accent6"/>
                </a:bgClr>
              </a:pattFill>
              <a:ln w="12700">
                <a:solidFill>
                  <a:schemeClr val="accent6">
                    <a:lumMod val="60000"/>
                    <a:lumOff val="40000"/>
                  </a:schemeClr>
                </a:solidFill>
              </a:ln>
              <a:effectLst/>
            </c:spPr>
            <c:extLst>
              <c:ext xmlns:c16="http://schemas.microsoft.com/office/drawing/2014/chart" uri="{C3380CC4-5D6E-409C-BE32-E72D297353CC}">
                <c16:uniqueId val="{00000001-73FB-9843-92B3-91A80E32B7C5}"/>
              </c:ext>
            </c:extLst>
          </c:dPt>
          <c:dPt>
            <c:idx val="2"/>
            <c:invertIfNegative val="0"/>
            <c:bubble3D val="0"/>
            <c:spPr>
              <a:pattFill prst="ltUpDiag">
                <a:fgClr>
                  <a:schemeClr val="accent1">
                    <a:lumMod val="50000"/>
                  </a:schemeClr>
                </a:fgClr>
                <a:bgClr>
                  <a:schemeClr val="accent3"/>
                </a:bgClr>
              </a:pattFill>
              <a:ln w="12700">
                <a:solidFill>
                  <a:schemeClr val="accent3">
                    <a:lumMod val="60000"/>
                    <a:lumOff val="40000"/>
                  </a:schemeClr>
                </a:solidFill>
              </a:ln>
              <a:effectLst/>
            </c:spPr>
            <c:extLst>
              <c:ext xmlns:c16="http://schemas.microsoft.com/office/drawing/2014/chart" uri="{C3380CC4-5D6E-409C-BE32-E72D297353CC}">
                <c16:uniqueId val="{00000007-73FB-9843-92B3-91A80E32B7C5}"/>
              </c:ext>
            </c:extLst>
          </c:dPt>
          <c:dPt>
            <c:idx val="3"/>
            <c:invertIfNegative val="0"/>
            <c:bubble3D val="0"/>
            <c:spPr>
              <a:pattFill prst="ltUpDiag">
                <a:fgClr>
                  <a:schemeClr val="accent1">
                    <a:lumMod val="50000"/>
                  </a:schemeClr>
                </a:fgClr>
                <a:bgClr>
                  <a:schemeClr val="accent1">
                    <a:lumMod val="60000"/>
                    <a:lumOff val="40000"/>
                  </a:schemeClr>
                </a:bgClr>
              </a:pattFill>
              <a:ln w="12700">
                <a:solidFill>
                  <a:schemeClr val="accent1">
                    <a:lumMod val="40000"/>
                    <a:lumOff val="60000"/>
                  </a:schemeClr>
                </a:solidFill>
              </a:ln>
              <a:effectLst/>
            </c:spPr>
            <c:extLst>
              <c:ext xmlns:c16="http://schemas.microsoft.com/office/drawing/2014/chart" uri="{C3380CC4-5D6E-409C-BE32-E72D297353CC}">
                <c16:uniqueId val="{00000003-73FB-9843-92B3-91A80E32B7C5}"/>
              </c:ext>
            </c:extLst>
          </c:dPt>
          <c:dPt>
            <c:idx val="4"/>
            <c:invertIfNegative val="0"/>
            <c:bubble3D val="0"/>
            <c:spPr>
              <a:pattFill prst="ltUpDiag">
                <a:fgClr>
                  <a:schemeClr val="accent1">
                    <a:lumMod val="50000"/>
                  </a:schemeClr>
                </a:fgClr>
                <a:bgClr>
                  <a:schemeClr val="accent2"/>
                </a:bgClr>
              </a:pattFill>
              <a:ln w="12700">
                <a:solidFill>
                  <a:schemeClr val="accent2">
                    <a:lumMod val="60000"/>
                    <a:lumOff val="40000"/>
                  </a:schemeClr>
                </a:solidFill>
              </a:ln>
              <a:effectLst/>
            </c:spPr>
            <c:extLst>
              <c:ext xmlns:c16="http://schemas.microsoft.com/office/drawing/2014/chart" uri="{C3380CC4-5D6E-409C-BE32-E72D297353CC}">
                <c16:uniqueId val="{00000005-73FB-9843-92B3-91A80E32B7C5}"/>
              </c:ext>
            </c:extLst>
          </c:dPt>
          <c:cat>
            <c:strRef>
              <c:f>Sheet1!$A$2:$A$6</c:f>
              <c:strCache>
                <c:ptCount val="5"/>
                <c:pt idx="0">
                  <c:v>20YY</c:v>
                </c:pt>
                <c:pt idx="1">
                  <c:v>20YY</c:v>
                </c:pt>
                <c:pt idx="2">
                  <c:v>20YY</c:v>
                </c:pt>
                <c:pt idx="3">
                  <c:v>20YY</c:v>
                </c:pt>
                <c:pt idx="4">
                  <c:v>20YY</c:v>
                </c:pt>
              </c:strCache>
            </c:strRef>
          </c:cat>
          <c:val>
            <c:numRef>
              <c:f>Sheet1!$B$2:$B$6</c:f>
              <c:numCache>
                <c:formatCode>[$$-409]#,##0</c:formatCode>
                <c:ptCount val="5"/>
                <c:pt idx="0">
                  <c:v>0</c:v>
                </c:pt>
                <c:pt idx="1">
                  <c:v>6750</c:v>
                </c:pt>
                <c:pt idx="2">
                  <c:v>33750</c:v>
                </c:pt>
                <c:pt idx="3">
                  <c:v>135000</c:v>
                </c:pt>
                <c:pt idx="4">
                  <c:v>270000</c:v>
                </c:pt>
              </c:numCache>
            </c:numRef>
          </c:val>
          <c:extLst>
            <c:ext xmlns:c16="http://schemas.microsoft.com/office/drawing/2014/chart" uri="{C3380CC4-5D6E-409C-BE32-E72D297353CC}">
              <c16:uniqueId val="{00000006-73FB-9843-92B3-91A80E32B7C5}"/>
            </c:ext>
          </c:extLst>
        </c:ser>
        <c:dLbls>
          <c:showLegendKey val="0"/>
          <c:showVal val="0"/>
          <c:showCatName val="0"/>
          <c:showSerName val="0"/>
          <c:showPercent val="0"/>
          <c:showBubbleSize val="0"/>
        </c:dLbls>
        <c:gapWidth val="24"/>
        <c:axId val="1000041416"/>
        <c:axId val="1000041744"/>
      </c:barChart>
      <c:catAx>
        <c:axId val="1000041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bg-BG"/>
          </a:p>
        </c:txPr>
        <c:crossAx val="1000041744"/>
        <c:crosses val="autoZero"/>
        <c:auto val="1"/>
        <c:lblAlgn val="ctr"/>
        <c:lblOffset val="100"/>
        <c:noMultiLvlLbl val="0"/>
      </c:catAx>
      <c:valAx>
        <c:axId val="1000041744"/>
        <c:scaling>
          <c:orientation val="minMax"/>
        </c:scaling>
        <c:delete val="0"/>
        <c:axPos val="l"/>
        <c:numFmt formatCode="[$$-409]#,##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bg-BG"/>
          </a:p>
        </c:txPr>
        <c:crossAx val="10000414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n-lt"/>
        </a:defRPr>
      </a:pPr>
      <a:endParaRPr lang="bg-BG"/>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4/29/2026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4/29/2026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a:t>
            </a:r>
            <a:r>
              <a:rPr lang="ru-RU" dirty="0" smtClean="0"/>
              <a:t>Проектът създава уеб приложение за генериране и четене на QR кодове, което улеснява управлението на билети и инвентаризация чрез автоматична идентификация.</a:t>
            </a:r>
          </a:p>
          <a:p>
            <a:r>
              <a:rPr lang="en-US" dirty="0" smtClean="0"/>
              <a:t>2.</a:t>
            </a:r>
            <a:r>
              <a:rPr lang="ru-RU" dirty="0" smtClean="0"/>
              <a:t>Включва модули за създаване и разчитане на QR кодове, базирани на съвременни технологии като Django, OpenCV и други, осигуряващи цялостна функционалност.</a:t>
            </a:r>
          </a:p>
          <a:p>
            <a:endParaRPr lang="bg-BG" dirty="0"/>
          </a:p>
        </p:txBody>
      </p:sp>
      <p:sp>
        <p:nvSpPr>
          <p:cNvPr id="4" name="Slide Number Placeholder 3"/>
          <p:cNvSpPr>
            <a:spLocks noGrp="1"/>
          </p:cNvSpPr>
          <p:nvPr>
            <p:ph type="sldNum" sz="quarter" idx="10"/>
          </p:nvPr>
        </p:nvSpPr>
        <p:spPr/>
        <p:txBody>
          <a:bodyPr/>
          <a:lstStyle/>
          <a:p>
            <a:fld id="{1734D747-9380-41EE-9946-EC9EC0CA5D1E}" type="slidenum">
              <a:rPr lang="en-US" noProof="0" smtClean="0"/>
              <a:t>2</a:t>
            </a:fld>
            <a:endParaRPr lang="en-US" noProof="0" dirty="0"/>
          </a:p>
        </p:txBody>
      </p:sp>
    </p:spTree>
    <p:extLst>
      <p:ext uri="{BB962C8B-B14F-4D97-AF65-F5344CB8AC3E}">
        <p14:creationId xmlns:p14="http://schemas.microsoft.com/office/powerpoint/2010/main" val="14393566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smtClean="0"/>
              <a:t>Click to edit Master subtitle style</a:t>
            </a:r>
            <a:endParaRPr lang="en-US" noProof="0"/>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smtClean="0"/>
              <a:t>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smtClean="0"/>
              <a:t>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a:p>
            <a:pPr lvl="1"/>
            <a:r>
              <a:rPr lang="en-US" noProof="0" smtClean="0"/>
              <a:t>Second level</a:t>
            </a:r>
          </a:p>
          <a:p>
            <a:pPr lvl="2"/>
            <a:r>
              <a:rPr lang="en-US" noProof="0" smtClean="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smtClean="0"/>
              <a:t>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smtClean="0"/>
              <a:t>Click to edit Master title style</a:t>
            </a:r>
            <a:endParaRPr lang="en-US" noProof="0"/>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Layout" Target="../slideLayouts/slideLayout11.xml"/><Relationship Id="rId6" Type="http://schemas.openxmlformats.org/officeDocument/2006/relationships/image" Target="../media/image4.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8.svg"/></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694376" y="1691054"/>
            <a:ext cx="8992159" cy="1035369"/>
          </a:xfrm>
        </p:spPr>
        <p:txBody>
          <a:bodyPr/>
          <a:lstStyle/>
          <a:p>
            <a:pPr algn="ctr"/>
            <a:r>
              <a:rPr lang="ru-RU" sz="2400" dirty="0">
                <a:solidFill>
                  <a:schemeClr val="bg1"/>
                </a:solidFill>
                <a:latin typeface="Times New Roman" panose="02020603050405020304" pitchFamily="18" charset="0"/>
                <a:cs typeface="Times New Roman" panose="02020603050405020304" pitchFamily="18" charset="0"/>
              </a:rPr>
              <a:t>Държавен изпит за придобиване на трета степен на професионална квалификация – част по теория на професията</a:t>
            </a:r>
            <a:br>
              <a:rPr lang="ru-RU" sz="2400" dirty="0">
                <a:solidFill>
                  <a:schemeClr val="bg1"/>
                </a:solidFill>
                <a:latin typeface="Times New Roman" panose="02020603050405020304" pitchFamily="18" charset="0"/>
                <a:cs typeface="Times New Roman" panose="02020603050405020304" pitchFamily="18" charset="0"/>
              </a:rPr>
            </a:br>
            <a:r>
              <a:rPr lang="ru-RU" sz="2400" dirty="0">
                <a:solidFill>
                  <a:schemeClr val="bg1"/>
                </a:solidFill>
                <a:latin typeface="Times New Roman" panose="02020603050405020304" pitchFamily="18" charset="0"/>
                <a:cs typeface="Times New Roman" panose="02020603050405020304" pitchFamily="18" charset="0"/>
              </a:rPr>
              <a:t>по професия код 481030 „Приложен програмист”</a:t>
            </a:r>
            <a:br>
              <a:rPr lang="ru-RU" sz="2400" dirty="0">
                <a:solidFill>
                  <a:schemeClr val="bg1"/>
                </a:solidFill>
                <a:latin typeface="Times New Roman" panose="02020603050405020304" pitchFamily="18" charset="0"/>
                <a:cs typeface="Times New Roman" panose="02020603050405020304" pitchFamily="18" charset="0"/>
              </a:rPr>
            </a:br>
            <a:r>
              <a:rPr lang="ru-RU" sz="2400" dirty="0">
                <a:solidFill>
                  <a:schemeClr val="bg1"/>
                </a:solidFill>
                <a:latin typeface="Times New Roman" panose="02020603050405020304" pitchFamily="18" charset="0"/>
                <a:cs typeface="Times New Roman" panose="02020603050405020304" pitchFamily="18" charset="0"/>
              </a:rPr>
              <a:t>специалност код 4810301 „Приложно програмиране”</a:t>
            </a:r>
            <a:endParaRPr lang="en-US" sz="2400" dirty="0"/>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3263618" y="3852166"/>
            <a:ext cx="7077456" cy="868680"/>
          </a:xfrm>
        </p:spPr>
        <p:txBody>
          <a:bodyPr/>
          <a:lstStyle/>
          <a:p>
            <a:pPr marL="540385" lvl="0" indent="-540385" algn="ctr">
              <a:buClrTx/>
            </a:pPr>
            <a:r>
              <a:rPr lang="bg-BG" sz="2400" b="1" spc="0" dirty="0">
                <a:solidFill>
                  <a:prstClr val="white"/>
                </a:solidFill>
                <a:latin typeface="Times New Roman" panose="02020603050405020304" pitchFamily="18" charset="0"/>
                <a:ea typeface="Times New Roman" panose="02020603050405020304" pitchFamily="18" charset="0"/>
                <a:cs typeface="Times New Roman" panose="02020603050405020304" pitchFamily="18" charset="0"/>
              </a:rPr>
              <a:t>Тема:</a:t>
            </a:r>
            <a:r>
              <a:rPr lang="bg-BG" sz="2400" spc="0" dirty="0">
                <a:solidFill>
                  <a:prstClr val="white"/>
                </a:solidFill>
                <a:latin typeface="Times New Roman" panose="02020603050405020304" pitchFamily="18" charset="0"/>
                <a:ea typeface="Times New Roman" panose="02020603050405020304" pitchFamily="18" charset="0"/>
                <a:cs typeface="Times New Roman" panose="02020603050405020304" pitchFamily="18" charset="0"/>
              </a:rPr>
              <a:t> Генератор и четец на QR кодове / Баркодове</a:t>
            </a:r>
            <a:endParaRPr lang="bg-BG" sz="1600" spc="0" dirty="0">
              <a:solidFill>
                <a:prstClr val="white"/>
              </a:solidFill>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en-US" dirty="0"/>
          </a:p>
        </p:txBody>
      </p:sp>
      <p:sp>
        <p:nvSpPr>
          <p:cNvPr id="4" name="Freeform 7"/>
          <p:cNvSpPr/>
          <p:nvPr/>
        </p:nvSpPr>
        <p:spPr>
          <a:xfrm>
            <a:off x="1473584" y="1309103"/>
            <a:ext cx="1513380" cy="1417320"/>
          </a:xfrm>
          <a:custGeom>
            <a:avLst/>
            <a:gdLst/>
            <a:ahLst/>
            <a:cxnLst/>
            <a:rect l="l" t="t" r="r" b="b"/>
            <a:pathLst>
              <a:path w="2428058" h="2261188">
                <a:moveTo>
                  <a:pt x="0" y="0"/>
                </a:moveTo>
                <a:lnTo>
                  <a:pt x="2428057" y="0"/>
                </a:lnTo>
                <a:lnTo>
                  <a:pt x="2428057" y="2261188"/>
                </a:lnTo>
                <a:lnTo>
                  <a:pt x="0" y="2261188"/>
                </a:lnTo>
                <a:lnTo>
                  <a:pt x="0" y="0"/>
                </a:lnTo>
                <a:close/>
              </a:path>
            </a:pathLst>
          </a:custGeom>
          <a:blipFill>
            <a:blip r:embed="rId2"/>
            <a:stretch>
              <a:fillRect t="-7379"/>
            </a:stretch>
          </a:blipFill>
        </p:spPr>
      </p:sp>
      <p:sp>
        <p:nvSpPr>
          <p:cNvPr id="5" name="Rectangle 4"/>
          <p:cNvSpPr/>
          <p:nvPr/>
        </p:nvSpPr>
        <p:spPr>
          <a:xfrm>
            <a:off x="3263618" y="5512291"/>
            <a:ext cx="6096000" cy="873572"/>
          </a:xfrm>
          <a:prstGeom prst="rect">
            <a:avLst/>
          </a:prstGeom>
        </p:spPr>
        <p:txBody>
          <a:bodyPr>
            <a:spAutoFit/>
          </a:bodyPr>
          <a:lstStyle/>
          <a:p>
            <a:pPr algn="ctr">
              <a:lnSpc>
                <a:spcPct val="150000"/>
              </a:lnSpc>
              <a:spcAft>
                <a:spcPts val="0"/>
              </a:spcAft>
            </a:pPr>
            <a:r>
              <a:rPr lang="bg-BG" dirty="0">
                <a:solidFill>
                  <a:schemeClr val="bg1"/>
                </a:solidFill>
                <a:latin typeface="Times New Roman" panose="02020603050405020304" pitchFamily="18" charset="0"/>
                <a:ea typeface="Times New Roman" panose="02020603050405020304" pitchFamily="18" charset="0"/>
              </a:rPr>
              <a:t>Изготвил:  </a:t>
            </a:r>
            <a:r>
              <a:rPr lang="bg-BG" dirty="0" smtClean="0">
                <a:solidFill>
                  <a:schemeClr val="bg1"/>
                </a:solidFill>
                <a:latin typeface="Times New Roman" panose="02020603050405020304" pitchFamily="18" charset="0"/>
                <a:ea typeface="Times New Roman" panose="02020603050405020304" pitchFamily="18" charset="0"/>
              </a:rPr>
              <a:t>Таня Пишарова</a:t>
            </a:r>
            <a:endParaRPr lang="bg-BG" dirty="0">
              <a:solidFill>
                <a:schemeClr val="bg1"/>
              </a:solidFill>
              <a:latin typeface="Times New Roman" panose="02020603050405020304" pitchFamily="18" charset="0"/>
              <a:ea typeface="Times New Roman" panose="02020603050405020304" pitchFamily="18" charset="0"/>
            </a:endParaRPr>
          </a:p>
          <a:p>
            <a:pPr algn="ctr">
              <a:lnSpc>
                <a:spcPct val="150000"/>
              </a:lnSpc>
              <a:spcAft>
                <a:spcPts val="0"/>
              </a:spcAft>
            </a:pPr>
            <a:r>
              <a:rPr lang="bg-BG" dirty="0">
                <a:solidFill>
                  <a:schemeClr val="bg1"/>
                </a:solidFill>
                <a:latin typeface="Times New Roman" panose="02020603050405020304" pitchFamily="18" charset="0"/>
                <a:ea typeface="Times New Roman" panose="02020603050405020304" pitchFamily="18" charset="0"/>
              </a:rPr>
              <a:t>Ръководител: </a:t>
            </a:r>
            <a:r>
              <a:rPr lang="bg-BG" dirty="0" smtClean="0">
                <a:solidFill>
                  <a:schemeClr val="bg1"/>
                </a:solidFill>
                <a:latin typeface="Times New Roman" panose="02020603050405020304" pitchFamily="18" charset="0"/>
                <a:ea typeface="Times New Roman" panose="02020603050405020304" pitchFamily="18" charset="0"/>
              </a:rPr>
              <a:t>инж</a:t>
            </a:r>
            <a:r>
              <a:rPr lang="bg-BG" dirty="0">
                <a:solidFill>
                  <a:schemeClr val="bg1"/>
                </a:solidFill>
                <a:latin typeface="Times New Roman" panose="02020603050405020304" pitchFamily="18" charset="0"/>
                <a:ea typeface="Times New Roman" panose="02020603050405020304" pitchFamily="18" charset="0"/>
              </a:rPr>
              <a:t>. Георги Бориков</a:t>
            </a:r>
          </a:p>
        </p:txBody>
      </p:sp>
    </p:spTree>
    <p:extLst>
      <p:ext uri="{BB962C8B-B14F-4D97-AF65-F5344CB8AC3E}">
        <p14:creationId xmlns:p14="http://schemas.microsoft.com/office/powerpoint/2010/main" val="3946934594"/>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102261" y="1736520"/>
            <a:ext cx="8102171" cy="956345"/>
          </a:xfrm>
        </p:spPr>
        <p:txBody>
          <a:bodyPr>
            <a:normAutofit/>
          </a:bodyPr>
          <a:lstStyle/>
          <a:p>
            <a:r>
              <a:rPr lang="bg-BG" dirty="0"/>
              <a:t>Тема и </a:t>
            </a:r>
            <a:r>
              <a:rPr lang="bg-BG" dirty="0" smtClean="0"/>
              <a:t>актуалност</a:t>
            </a:r>
            <a:endParaRPr lang="en-US" dirty="0"/>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p:txBody>
          <a:bodyPr/>
          <a:lstStyle/>
          <a:p>
            <a:r>
              <a:rPr lang="en-US" dirty="0"/>
              <a:t>Section Header02</a:t>
            </a:r>
          </a:p>
        </p:txBody>
      </p:sp>
      <p:sp>
        <p:nvSpPr>
          <p:cNvPr id="5" name="Text Placeholder 4">
            <a:extLst>
              <a:ext uri="{FF2B5EF4-FFF2-40B4-BE49-F238E27FC236}">
                <a16:creationId xmlns:a16="http://schemas.microsoft.com/office/drawing/2014/main" id="{DCDDBE65-9AB1-4989-AF86-726591A6A128}"/>
              </a:ext>
            </a:extLst>
          </p:cNvPr>
          <p:cNvSpPr>
            <a:spLocks noGrp="1"/>
          </p:cNvSpPr>
          <p:nvPr>
            <p:ph type="body" idx="1"/>
          </p:nvPr>
        </p:nvSpPr>
        <p:spPr/>
        <p:txBody>
          <a:bodyPr/>
          <a:lstStyle/>
          <a:p>
            <a:r>
              <a:rPr lang="en-US" dirty="0"/>
              <a:t>Subtitle</a:t>
            </a: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US" dirty="0"/>
              <a:t>Content Title 01</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p:txBody>
          <a:bodyPr/>
          <a:lstStyle/>
          <a:p>
            <a:r>
              <a:rPr lang="en-US" dirty="0"/>
              <a:t>Lorem ipsum dolor sit amet, consectetuer adipiscing elit. Maecenas porttitor congue massa. Fusce posuere, magna sed pulvinar ultricies, purus lectus malesuada libero, sit amet commodo magna eros quis urna.</a:t>
            </a:r>
          </a:p>
          <a:p>
            <a:r>
              <a:rPr lang="en-US" dirty="0"/>
              <a:t>Nunc viverra imperdiet enim. Fusce est. Vivamus a tellus.</a:t>
            </a:r>
          </a:p>
          <a:p>
            <a:r>
              <a:rPr lang="en-US" dirty="0"/>
              <a:t>Pellentesque habitant morbi tristique senectus et netus et malesuada fames ac turpis egestas. Proin pharetra nonummy pede. Mauris et orci.</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 02</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type="body" sz="quarter" idx="1"/>
          </p:nvPr>
        </p:nvSpPr>
        <p:spPr/>
        <p:txBody>
          <a:bodyPr/>
          <a:lstStyle/>
          <a:p>
            <a:r>
              <a:rPr lang="en-US" dirty="0"/>
              <a:t>Lorem ipsum dolor sit amet</a:t>
            </a:r>
          </a:p>
        </p:txBody>
      </p:sp>
      <p:sp>
        <p:nvSpPr>
          <p:cNvPr id="5" name="Text Placeholder 4">
            <a:extLst>
              <a:ext uri="{FF2B5EF4-FFF2-40B4-BE49-F238E27FC236}">
                <a16:creationId xmlns:a16="http://schemas.microsoft.com/office/drawing/2014/main" id="{E0C87788-476B-4620-8002-A5C1177AD6C1}"/>
              </a:ext>
            </a:extLst>
          </p:cNvPr>
          <p:cNvSpPr>
            <a:spLocks noGrp="1"/>
          </p:cNvSpPr>
          <p:nvPr>
            <p:ph type="body" sz="quarter" idx="3"/>
          </p:nvPr>
        </p:nvSpPr>
        <p:spPr/>
        <p:txBody>
          <a:bodyPr/>
          <a:lstStyle/>
          <a:p>
            <a:r>
              <a:rPr lang="en-US" dirty="0"/>
              <a:t>Lorem ipsum dolor sit amet</a:t>
            </a:r>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p:txBody>
          <a:bodyPr/>
          <a:lstStyle/>
          <a:p>
            <a:r>
              <a:rPr lang="en-US" dirty="0"/>
              <a:t>Lorem ipsum dolor sit amet, consectetuer adipiscing elit. Maecenas porttitor congue massa. Fusce posuere, magna sed pulvinar ultricies, purus lectus malesuada libero, sit amet commodo magna eros quis urna. Nunc viverra imperdiet enim. Fusce est. Vivamus a tellus.</a:t>
            </a:r>
          </a:p>
          <a:p>
            <a:r>
              <a:rPr lang="en-US" dirty="0"/>
              <a:t>Pellentesque habitant morbi tristique senectus et netus et malesuada fames ac turpis egestas. Proin pharetra nonummy pede. Mauris et orci.</a:t>
            </a:r>
          </a:p>
          <a:p>
            <a:endParaRPr lang="en-US" dirty="0"/>
          </a:p>
          <a:p>
            <a:endParaRPr lang="en-US" dirty="0"/>
          </a:p>
        </p:txBody>
      </p:sp>
      <p:sp>
        <p:nvSpPr>
          <p:cNvPr id="6" name="Text Placeholder 5">
            <a:extLst>
              <a:ext uri="{FF2B5EF4-FFF2-40B4-BE49-F238E27FC236}">
                <a16:creationId xmlns:a16="http://schemas.microsoft.com/office/drawing/2014/main" id="{000A9570-5EF6-4AFB-9FCA-7C8998E3FEB1}"/>
              </a:ext>
            </a:extLst>
          </p:cNvPr>
          <p:cNvSpPr>
            <a:spLocks noGrp="1"/>
          </p:cNvSpPr>
          <p:nvPr>
            <p:ph type="body" sz="quarter" idx="4"/>
          </p:nvPr>
        </p:nvSpPr>
        <p:spPr/>
        <p:txBody>
          <a:bodyPr/>
          <a:lstStyle/>
          <a:p>
            <a:r>
              <a:rPr lang="en-US" dirty="0"/>
              <a:t>Lorem ipsum dolor sit amet, consectetuer adipiscing elit. Maecenas porttitor congue massa. Fusce posuere, magna sed pulvinar ultricies, purus lectus malesuada libero, sit amet commodo magna eros quis urna. Nunc viverra imperdiet enim. Fusce est. Vivamus a tellus.</a:t>
            </a:r>
          </a:p>
          <a:p>
            <a:r>
              <a:rPr lang="en-US" dirty="0"/>
              <a:t>Pellentesque habitant morbi tristique senectus et netus et malesuada fames ac turpis egestas. Proin pharetra nonummy pede. Mauris et orci.</a:t>
            </a:r>
          </a:p>
          <a:p>
            <a:endParaRPr lang="en-US" dirty="0"/>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a:t>
            </a:r>
          </a:p>
        </p:txBody>
      </p:sp>
      <p:pic>
        <p:nvPicPr>
          <p:cNvPr id="25" name="Picture Placeholder 24" descr="Bar chart">
            <a:extLst>
              <a:ext uri="{FF2B5EF4-FFF2-40B4-BE49-F238E27FC236}">
                <a16:creationId xmlns:a16="http://schemas.microsoft.com/office/drawing/2014/main" id="{C03AAFA7-022A-47F8-9DA1-7DC3897D1E52}"/>
              </a:ext>
            </a:extLst>
          </p:cNvPr>
          <p:cNvPicPr>
            <a:picLocks noGrp="1" noChangeAspect="1"/>
          </p:cNvPicPr>
          <p:nvPr>
            <p:ph type="pic" sz="quarter" idx="13"/>
          </p:nvPr>
        </p:nvPicPr>
        <p:blipFill>
          <a:blip r:embed="rId2">
            <a:extLst>
              <a:ext uri="{28A0092B-C50C-407E-A947-70E740481C1C}">
                <a14:useLocalDpi xmlns:a14="http://schemas.microsoft.com/office/drawing/2010/main"/>
              </a:ext>
              <a:ext uri="{96DAC541-7B7A-43D3-8B79-37D633B846F1}">
                <asvg:svgBlip xmlns:asvg="http://schemas.microsoft.com/office/drawing/2016/SVG/main" xmlns="" r:embed="rId3"/>
              </a:ext>
            </a:extLst>
          </a:blip>
          <a:srcRect t="63" b="63"/>
          <a:stretch>
            <a:fillRect/>
          </a:stretch>
        </p:blipFill>
        <p:spPr>
          <a:xfrm>
            <a:off x="978212" y="2096716"/>
            <a:ext cx="1259505" cy="1259505"/>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US" dirty="0"/>
              <a:t>Caption01 appears here</a:t>
            </a:r>
          </a:p>
        </p:txBody>
      </p:sp>
      <p:pic>
        <p:nvPicPr>
          <p:cNvPr id="27" name="Picture Placeholder 26" descr="Clock">
            <a:extLst>
              <a:ext uri="{FF2B5EF4-FFF2-40B4-BE49-F238E27FC236}">
                <a16:creationId xmlns:a16="http://schemas.microsoft.com/office/drawing/2014/main" id="{6F737161-FE67-434D-A781-59EDB9EDCB23}"/>
              </a:ext>
            </a:extLst>
          </p:cNvPr>
          <p:cNvPicPr>
            <a:picLocks noGrp="1" noChangeAspect="1"/>
          </p:cNvPicPr>
          <p:nvPr>
            <p:ph type="pic" sz="quarter" idx="14"/>
          </p:nvPr>
        </p:nvPicPr>
        <p:blipFill>
          <a:blip r:embed="rId4">
            <a:extLst>
              <a:ext uri="{28A0092B-C50C-407E-A947-70E740481C1C}">
                <a14:useLocalDpi xmlns:a14="http://schemas.microsoft.com/office/drawing/2010/main"/>
              </a:ext>
              <a:ext uri="{96DAC541-7B7A-43D3-8B79-37D633B846F1}">
                <asvg:svgBlip xmlns:asvg="http://schemas.microsoft.com/office/drawing/2016/SVG/main" xmlns="" r:embed="rId5"/>
              </a:ext>
            </a:extLst>
          </a:blip>
          <a:srcRect/>
          <a:stretch>
            <a:fillRect/>
          </a:stretch>
        </p:blipFill>
        <p:spPr/>
      </p:pic>
      <p:sp>
        <p:nvSpPr>
          <p:cNvPr id="20" name="Text Placeholder 19">
            <a:extLst>
              <a:ext uri="{FF2B5EF4-FFF2-40B4-BE49-F238E27FC236}">
                <a16:creationId xmlns:a16="http://schemas.microsoft.com/office/drawing/2014/main" id="{CB924A29-3538-4A3F-82A6-D2A7538C2111}"/>
              </a:ext>
            </a:extLst>
          </p:cNvPr>
          <p:cNvSpPr>
            <a:spLocks noGrp="1"/>
          </p:cNvSpPr>
          <p:nvPr>
            <p:ph type="body" sz="quarter" idx="19"/>
          </p:nvPr>
        </p:nvSpPr>
        <p:spPr/>
        <p:txBody>
          <a:bodyPr/>
          <a:lstStyle/>
          <a:p>
            <a:r>
              <a:rPr lang="en-US" dirty="0"/>
              <a:t>Caption02 appears here</a:t>
            </a:r>
          </a:p>
        </p:txBody>
      </p:sp>
      <p:pic>
        <p:nvPicPr>
          <p:cNvPr id="29" name="Picture Placeholder 28" descr="Microscope">
            <a:extLst>
              <a:ext uri="{FF2B5EF4-FFF2-40B4-BE49-F238E27FC236}">
                <a16:creationId xmlns:a16="http://schemas.microsoft.com/office/drawing/2014/main" id="{9E5BF01B-21D6-4D43-9CAE-0298685C1A7B}"/>
              </a:ext>
            </a:extLst>
          </p:cNvPr>
          <p:cNvPicPr>
            <a:picLocks noGrp="1" noChangeAspect="1"/>
          </p:cNvPicPr>
          <p:nvPr>
            <p:ph type="pic" sz="quarter" idx="15"/>
          </p:nvPr>
        </p:nvPicPr>
        <p:blipFill>
          <a:blip r:embed="rId6">
            <a:extLst>
              <a:ext uri="{28A0092B-C50C-407E-A947-70E740481C1C}">
                <a14:useLocalDpi xmlns:a14="http://schemas.microsoft.com/office/drawing/2010/main"/>
              </a:ext>
              <a:ext uri="{96DAC541-7B7A-43D3-8B79-37D633B846F1}">
                <asvg:svgBlip xmlns:asvg="http://schemas.microsoft.com/office/drawing/2016/SVG/main" xmlns="" r:embed="rId7"/>
              </a:ext>
            </a:extLst>
          </a:blip>
          <a:srcRect t="63" b="63"/>
          <a:stretch>
            <a:fillRect/>
          </a:stretch>
        </p:blipFill>
        <p:spPr/>
      </p:pic>
      <p:sp>
        <p:nvSpPr>
          <p:cNvPr id="21" name="Text Placeholder 20">
            <a:extLst>
              <a:ext uri="{FF2B5EF4-FFF2-40B4-BE49-F238E27FC236}">
                <a16:creationId xmlns:a16="http://schemas.microsoft.com/office/drawing/2014/main" id="{1B8F0371-4F69-4131-91BF-9AB99E6EE89B}"/>
              </a:ext>
            </a:extLst>
          </p:cNvPr>
          <p:cNvSpPr>
            <a:spLocks noGrp="1"/>
          </p:cNvSpPr>
          <p:nvPr>
            <p:ph type="body" sz="quarter" idx="20"/>
          </p:nvPr>
        </p:nvSpPr>
        <p:spPr/>
        <p:txBody>
          <a:bodyPr/>
          <a:lstStyle/>
          <a:p>
            <a:r>
              <a:rPr lang="en-US" dirty="0"/>
              <a:t>Caption03 appears here</a:t>
            </a:r>
          </a:p>
        </p:txBody>
      </p:sp>
      <p:pic>
        <p:nvPicPr>
          <p:cNvPr id="31" name="Picture Placeholder 30" descr="Magnifying glass">
            <a:extLst>
              <a:ext uri="{FF2B5EF4-FFF2-40B4-BE49-F238E27FC236}">
                <a16:creationId xmlns:a16="http://schemas.microsoft.com/office/drawing/2014/main" id="{089E8AB6-C16E-4752-810F-8F98DB929DB5}"/>
              </a:ext>
            </a:extLst>
          </p:cNvPr>
          <p:cNvPicPr>
            <a:picLocks noGrp="1" noChangeAspect="1"/>
          </p:cNvPicPr>
          <p:nvPr>
            <p:ph type="pic" sz="quarter" idx="16"/>
          </p:nvPr>
        </p:nvPicPr>
        <p:blipFill>
          <a:blip r:embed="rId8">
            <a:extLst>
              <a:ext uri="{28A0092B-C50C-407E-A947-70E740481C1C}">
                <a14:useLocalDpi xmlns:a14="http://schemas.microsoft.com/office/drawing/2010/main"/>
              </a:ext>
              <a:ext uri="{96DAC541-7B7A-43D3-8B79-37D633B846F1}">
                <asvg:svgBlip xmlns:asvg="http://schemas.microsoft.com/office/drawing/2016/SVG/main" xmlns="" r:embed="rId9"/>
              </a:ext>
            </a:extLst>
          </a:blip>
          <a:srcRect/>
          <a:stretch>
            <a:fillRect/>
          </a:stretch>
        </p:blipFill>
        <p:spPr/>
      </p:pic>
      <p:sp>
        <p:nvSpPr>
          <p:cNvPr id="22" name="Text Placeholder 21">
            <a:extLst>
              <a:ext uri="{FF2B5EF4-FFF2-40B4-BE49-F238E27FC236}">
                <a16:creationId xmlns:a16="http://schemas.microsoft.com/office/drawing/2014/main" id="{78CACAF1-61EA-4605-A8FE-2EEE752B49FF}"/>
              </a:ext>
            </a:extLst>
          </p:cNvPr>
          <p:cNvSpPr>
            <a:spLocks noGrp="1"/>
          </p:cNvSpPr>
          <p:nvPr>
            <p:ph type="body" sz="quarter" idx="21"/>
          </p:nvPr>
        </p:nvSpPr>
        <p:spPr/>
        <p:txBody>
          <a:bodyPr/>
          <a:lstStyle/>
          <a:p>
            <a:r>
              <a:rPr lang="en-US" dirty="0"/>
              <a:t>Caption04 appears here</a:t>
            </a:r>
          </a:p>
        </p:txBody>
      </p:sp>
      <p:pic>
        <p:nvPicPr>
          <p:cNvPr id="33" name="Picture Placeholder 32" descr="Head with Gears">
            <a:extLst>
              <a:ext uri="{FF2B5EF4-FFF2-40B4-BE49-F238E27FC236}">
                <a16:creationId xmlns:a16="http://schemas.microsoft.com/office/drawing/2014/main" id="{CC9DBBE5-5AD0-41E8-A719-84509E5D9F9E}"/>
              </a:ext>
            </a:extLst>
          </p:cNvPr>
          <p:cNvPicPr>
            <a:picLocks noGrp="1" noChangeAspect="1"/>
          </p:cNvPicPr>
          <p:nvPr>
            <p:ph type="pic" sz="quarter" idx="17"/>
          </p:nvPr>
        </p:nvPicPr>
        <p:blipFill>
          <a:blip r:embed="rId10">
            <a:extLst>
              <a:ext uri="{28A0092B-C50C-407E-A947-70E740481C1C}">
                <a14:useLocalDpi xmlns:a14="http://schemas.microsoft.com/office/drawing/2010/main"/>
              </a:ext>
              <a:ext uri="{96DAC541-7B7A-43D3-8B79-37D633B846F1}">
                <asvg:svgBlip xmlns:asvg="http://schemas.microsoft.com/office/drawing/2016/SVG/main" xmlns="" r:embed="rId11"/>
              </a:ext>
            </a:extLst>
          </a:blip>
          <a:srcRect t="63" b="63"/>
          <a:stretch>
            <a:fillRect/>
          </a:stretch>
        </p:blipFill>
        <p:spPr/>
      </p:pic>
      <p:sp>
        <p:nvSpPr>
          <p:cNvPr id="23" name="Text Placeholder 22">
            <a:extLst>
              <a:ext uri="{FF2B5EF4-FFF2-40B4-BE49-F238E27FC236}">
                <a16:creationId xmlns:a16="http://schemas.microsoft.com/office/drawing/2014/main" id="{8D05A34F-7712-46DB-AB5B-272E294B62EE}"/>
              </a:ext>
            </a:extLst>
          </p:cNvPr>
          <p:cNvSpPr>
            <a:spLocks noGrp="1"/>
          </p:cNvSpPr>
          <p:nvPr>
            <p:ph type="body" sz="quarter" idx="22"/>
          </p:nvPr>
        </p:nvSpPr>
        <p:spPr/>
        <p:txBody>
          <a:bodyPr/>
          <a:lstStyle/>
          <a:p>
            <a:r>
              <a:rPr lang="en-US" dirty="0"/>
              <a:t>Caption05 appears here</a:t>
            </a:r>
          </a:p>
        </p:txBody>
      </p:sp>
      <p:sp>
        <p:nvSpPr>
          <p:cNvPr id="2" name="Slide Number Placeholder 1">
            <a:extLst>
              <a:ext uri="{FF2B5EF4-FFF2-40B4-BE49-F238E27FC236}">
                <a16:creationId xmlns:a16="http://schemas.microsoft.com/office/drawing/2014/main" id="{CC1F11E7-EDE5-4119-BA64-4FC57C285D19}"/>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Tree>
    <p:extLst>
      <p:ext uri="{BB962C8B-B14F-4D97-AF65-F5344CB8AC3E}">
        <p14:creationId xmlns:p14="http://schemas.microsoft.com/office/powerpoint/2010/main" val="389213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 03</a:t>
            </a:r>
          </a:p>
        </p:txBody>
      </p:sp>
      <p:pic>
        <p:nvPicPr>
          <p:cNvPr id="20" name="Picture Placeholder 19" descr="Triangular pattern design with dimension">
            <a:extLst>
              <a:ext uri="{FF2B5EF4-FFF2-40B4-BE49-F238E27FC236}">
                <a16:creationId xmlns:a16="http://schemas.microsoft.com/office/drawing/2014/main" id="{3DCA2B8E-64D3-7645-8DEB-688ED5756F52}"/>
              </a:ext>
            </a:extLst>
          </p:cNvPr>
          <p:cNvPicPr>
            <a:picLocks noGrp="1" noChangeAspect="1"/>
          </p:cNvPicPr>
          <p:nvPr>
            <p:ph type="pic" sz="quarter" idx="19"/>
          </p:nvPr>
        </p:nvPicPr>
        <p:blipFill>
          <a:blip r:embed="rId2">
            <a:extLst>
              <a:ext uri="{28A0092B-C50C-407E-A947-70E740481C1C}">
                <a14:useLocalDpi xmlns:a14="http://schemas.microsoft.com/office/drawing/2010/main" val="0"/>
              </a:ext>
            </a:extLst>
          </a:blip>
          <a:srcRect/>
          <a:stretch>
            <a:fillRect/>
          </a:stretch>
        </p:blipFill>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US" dirty="0"/>
              <a:t>Caption01 appears here</a:t>
            </a:r>
          </a:p>
        </p:txBody>
      </p:sp>
      <p:sp>
        <p:nvSpPr>
          <p:cNvPr id="21" name="Text Placeholder 20">
            <a:extLst>
              <a:ext uri="{FF2B5EF4-FFF2-40B4-BE49-F238E27FC236}">
                <a16:creationId xmlns:a16="http://schemas.microsoft.com/office/drawing/2014/main" id="{1B8F0371-4F69-4131-91BF-9AB99E6EE89B}"/>
              </a:ext>
            </a:extLst>
          </p:cNvPr>
          <p:cNvSpPr>
            <a:spLocks noGrp="1"/>
          </p:cNvSpPr>
          <p:nvPr>
            <p:ph type="body" sz="quarter" idx="20"/>
          </p:nvPr>
        </p:nvSpPr>
        <p:spPr/>
        <p:txBody>
          <a:bodyPr/>
          <a:lstStyle/>
          <a:p>
            <a:r>
              <a:rPr lang="en-US" dirty="0"/>
              <a:t>Caption03 appears here</a:t>
            </a:r>
          </a:p>
        </p:txBody>
      </p:sp>
      <p:sp>
        <p:nvSpPr>
          <p:cNvPr id="22" name="Text Placeholder 21">
            <a:extLst>
              <a:ext uri="{FF2B5EF4-FFF2-40B4-BE49-F238E27FC236}">
                <a16:creationId xmlns:a16="http://schemas.microsoft.com/office/drawing/2014/main" id="{78CACAF1-61EA-4605-A8FE-2EEE752B49FF}"/>
              </a:ext>
            </a:extLst>
          </p:cNvPr>
          <p:cNvSpPr>
            <a:spLocks noGrp="1"/>
          </p:cNvSpPr>
          <p:nvPr>
            <p:ph type="body" sz="quarter" idx="21"/>
          </p:nvPr>
        </p:nvSpPr>
        <p:spPr/>
        <p:txBody>
          <a:bodyPr/>
          <a:lstStyle/>
          <a:p>
            <a:r>
              <a:rPr lang="en-US" dirty="0"/>
              <a:t>Caption04 appears here</a:t>
            </a:r>
          </a:p>
        </p:txBody>
      </p:sp>
      <p:sp>
        <p:nvSpPr>
          <p:cNvPr id="2" name="Slide Number Placeholder 1">
            <a:extLst>
              <a:ext uri="{FF2B5EF4-FFF2-40B4-BE49-F238E27FC236}">
                <a16:creationId xmlns:a16="http://schemas.microsoft.com/office/drawing/2014/main" id="{2F478C69-0A1D-45FF-8600-ED903803FFE1}"/>
              </a:ext>
            </a:extLst>
          </p:cNvPr>
          <p:cNvSpPr>
            <a:spLocks noGrp="1"/>
          </p:cNvSpPr>
          <p:nvPr>
            <p:ph type="sldNum" sz="quarter" idx="12"/>
          </p:nvPr>
        </p:nvSpPr>
        <p:spPr/>
        <p:txBody>
          <a:bodyPr/>
          <a:lstStyle/>
          <a:p>
            <a:fld id="{C263D6C4-4840-40CC-AC84-17E24B3B7BDE}" type="slidenum">
              <a:rPr lang="en-US" smtClean="0"/>
              <a:pPr/>
              <a:t>7</a:t>
            </a:fld>
            <a:endParaRPr lang="en-US" dirty="0"/>
          </a:p>
        </p:txBody>
      </p:sp>
    </p:spTree>
    <p:extLst>
      <p:ext uri="{BB962C8B-B14F-4D97-AF65-F5344CB8AC3E}">
        <p14:creationId xmlns:p14="http://schemas.microsoft.com/office/powerpoint/2010/main" val="45118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 04</a:t>
            </a:r>
          </a:p>
        </p:txBody>
      </p:sp>
      <p:pic>
        <p:nvPicPr>
          <p:cNvPr id="8" name="Picture Placeholder 7" descr="Triangular pattern design with dimension">
            <a:extLst>
              <a:ext uri="{FF2B5EF4-FFF2-40B4-BE49-F238E27FC236}">
                <a16:creationId xmlns:a16="http://schemas.microsoft.com/office/drawing/2014/main" id="{2301248D-7370-7643-9BE6-F8CDCFF4D460}"/>
              </a:ext>
            </a:extLst>
          </p:cNvPr>
          <p:cNvPicPr>
            <a:picLocks noGrp="1" noChangeAspect="1"/>
          </p:cNvPicPr>
          <p:nvPr>
            <p:ph type="pic" sz="quarter" idx="19"/>
          </p:nvPr>
        </p:nvPicPr>
        <p:blipFill rotWithShape="1">
          <a:blip r:embed="rId2">
            <a:extLst>
              <a:ext uri="{28A0092B-C50C-407E-A947-70E740481C1C}">
                <a14:useLocalDpi xmlns:a14="http://schemas.microsoft.com/office/drawing/2010/main" val="0"/>
              </a:ext>
            </a:extLst>
          </a:blip>
          <a:srcRect/>
          <a:stretch/>
        </p:blipFill>
        <p:spPr>
          <a:xfrm>
            <a:off x="-2" y="1352575"/>
            <a:ext cx="12192002" cy="2289897"/>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US" dirty="0"/>
              <a:t>Lorem ipsum dolor sit amet, consectetuer adipiscing elit. Maecenas porttitor congue massa. Fusce posuere, magna sed pulvinar ultricies, purus lectus malesuada libero, sit amet commodo magna eros quis urna. Nunc viverra imperdiet enim. Fusce est. Vivamus a tellus.</a:t>
            </a:r>
          </a:p>
          <a:p>
            <a:r>
              <a:rPr lang="en-US" dirty="0"/>
              <a:t>Pellentesque habitant morbi tristique senectus et netus et malesuada fames ac turpis egestas. Proin pharetra nonummy pede. Mauris et orci.</a:t>
            </a:r>
          </a:p>
        </p:txBody>
      </p:sp>
      <p:sp>
        <p:nvSpPr>
          <p:cNvPr id="2" name="Slide Number Placeholder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Tree>
    <p:extLst>
      <p:ext uri="{BB962C8B-B14F-4D97-AF65-F5344CB8AC3E}">
        <p14:creationId xmlns:p14="http://schemas.microsoft.com/office/powerpoint/2010/main" val="66310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p:txBody>
          <a:bodyPr/>
          <a:lstStyle/>
          <a:p>
            <a:r>
              <a:rPr lang="en-US" dirty="0"/>
              <a:t>Table</a:t>
            </a:r>
          </a:p>
        </p:txBody>
      </p:sp>
      <p:graphicFrame>
        <p:nvGraphicFramePr>
          <p:cNvPr id="6" name="Table 5">
            <a:extLst>
              <a:ext uri="{FF2B5EF4-FFF2-40B4-BE49-F238E27FC236}">
                <a16:creationId xmlns:a16="http://schemas.microsoft.com/office/drawing/2014/main" id="{E8EEB296-8554-4D20-B3B8-C0BBC380A58D}"/>
              </a:ext>
            </a:extLst>
          </p:cNvPr>
          <p:cNvGraphicFramePr>
            <a:graphicFrameLocks noGrp="1"/>
          </p:cNvGraphicFramePr>
          <p:nvPr>
            <p:extLst>
              <p:ext uri="{D42A27DB-BD31-4B8C-83A1-F6EECF244321}">
                <p14:modId xmlns:p14="http://schemas.microsoft.com/office/powerpoint/2010/main" val="2357960289"/>
              </p:ext>
            </p:extLst>
          </p:nvPr>
        </p:nvGraphicFramePr>
        <p:xfrm>
          <a:off x="1130300" y="1856740"/>
          <a:ext cx="9931400" cy="3931920"/>
        </p:xfrm>
        <a:graphic>
          <a:graphicData uri="http://schemas.openxmlformats.org/drawingml/2006/table">
            <a:tbl>
              <a:tblPr firstRow="1" bandRow="1">
                <a:tableStyleId>{5C22544A-7EE6-4342-B048-85BDC9FD1C3A}</a:tableStyleId>
              </a:tblPr>
              <a:tblGrid>
                <a:gridCol w="2482850">
                  <a:extLst>
                    <a:ext uri="{9D8B030D-6E8A-4147-A177-3AD203B41FA5}">
                      <a16:colId xmlns:a16="http://schemas.microsoft.com/office/drawing/2014/main" val="3559833401"/>
                    </a:ext>
                  </a:extLst>
                </a:gridCol>
                <a:gridCol w="2482850">
                  <a:extLst>
                    <a:ext uri="{9D8B030D-6E8A-4147-A177-3AD203B41FA5}">
                      <a16:colId xmlns:a16="http://schemas.microsoft.com/office/drawing/2014/main" val="82523989"/>
                    </a:ext>
                  </a:extLst>
                </a:gridCol>
                <a:gridCol w="2482850">
                  <a:extLst>
                    <a:ext uri="{9D8B030D-6E8A-4147-A177-3AD203B41FA5}">
                      <a16:colId xmlns:a16="http://schemas.microsoft.com/office/drawing/2014/main" val="3211310719"/>
                    </a:ext>
                  </a:extLst>
                </a:gridCol>
                <a:gridCol w="2482850">
                  <a:extLst>
                    <a:ext uri="{9D8B030D-6E8A-4147-A177-3AD203B41FA5}">
                      <a16:colId xmlns:a16="http://schemas.microsoft.com/office/drawing/2014/main" val="4160613981"/>
                    </a:ext>
                  </a:extLst>
                </a:gridCol>
              </a:tblGrid>
              <a:tr h="640080">
                <a:tc>
                  <a:txBody>
                    <a:bodyPr/>
                    <a:lstStyle/>
                    <a:p>
                      <a:pPr algn="ct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6630617"/>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3446274366"/>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1758271508"/>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3736384641"/>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090935587"/>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446909641"/>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472044516"/>
                  </a:ext>
                </a:extLst>
              </a:tr>
            </a:tbl>
          </a:graphicData>
        </a:graphic>
      </p:graphicFrame>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Tree>
    <p:extLst>
      <p:ext uri="{BB962C8B-B14F-4D97-AF65-F5344CB8AC3E}">
        <p14:creationId xmlns:p14="http://schemas.microsoft.com/office/powerpoint/2010/main" val="106542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p:txBody>
          <a:bodyPr/>
          <a:lstStyle/>
          <a:p>
            <a:r>
              <a:rPr lang="en-US" dirty="0"/>
              <a:t>Chart</a:t>
            </a:r>
          </a:p>
        </p:txBody>
      </p:sp>
      <p:graphicFrame>
        <p:nvGraphicFramePr>
          <p:cNvPr id="7" name="Chart 6" title="Gross Revenue Placeholder Chart">
            <a:extLst>
              <a:ext uri="{FF2B5EF4-FFF2-40B4-BE49-F238E27FC236}">
                <a16:creationId xmlns:a16="http://schemas.microsoft.com/office/drawing/2014/main" id="{19AEAA04-4840-FB41-B910-5F3570D85F0A}"/>
              </a:ext>
            </a:extLst>
          </p:cNvPr>
          <p:cNvGraphicFramePr/>
          <p:nvPr>
            <p:extLst>
              <p:ext uri="{D42A27DB-BD31-4B8C-83A1-F6EECF244321}">
                <p14:modId xmlns:p14="http://schemas.microsoft.com/office/powerpoint/2010/main" val="654825679"/>
              </p:ext>
            </p:extLst>
          </p:nvPr>
        </p:nvGraphicFramePr>
        <p:xfrm>
          <a:off x="1250950" y="1712075"/>
          <a:ext cx="9690100" cy="4444199"/>
        </p:xfrm>
        <a:graphic>
          <a:graphicData uri="http://schemas.openxmlformats.org/drawingml/2006/chart">
            <c:chart xmlns:c="http://schemas.openxmlformats.org/drawingml/2006/chart" xmlns:r="http://schemas.openxmlformats.org/officeDocument/2006/relationships" r:id="rId2"/>
          </a:graphicData>
        </a:graphic>
      </p:graphicFrame>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10</a:t>
            </a:fld>
            <a:endParaRPr lang="en-US" dirty="0"/>
          </a:p>
        </p:txBody>
      </p:sp>
    </p:spTree>
    <p:extLst>
      <p:ext uri="{BB962C8B-B14F-4D97-AF65-F5344CB8AC3E}">
        <p14:creationId xmlns:p14="http://schemas.microsoft.com/office/powerpoint/2010/main" val="332230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4CD37D6-FE32-48E3-A3AD-F07BE6A19FA1}"/>
              </a:ext>
            </a:extLst>
          </p:cNvPr>
          <p:cNvSpPr>
            <a:spLocks noGrp="1"/>
          </p:cNvSpPr>
          <p:nvPr>
            <p:ph type="title"/>
          </p:nvPr>
        </p:nvSpPr>
        <p:spPr>
          <a:xfrm>
            <a:off x="533399" y="3200400"/>
            <a:ext cx="7551057" cy="2859313"/>
          </a:xfrm>
        </p:spPr>
        <p:txBody>
          <a:bodyPr/>
          <a:lstStyle/>
          <a:p>
            <a:r>
              <a:rPr lang="en-US" dirty="0"/>
              <a:t>Quote appears here </a:t>
            </a:r>
            <a:br>
              <a:rPr lang="en-US" dirty="0"/>
            </a:br>
            <a:r>
              <a:rPr lang="en-US" dirty="0"/>
              <a:t>Lorem ipsum dolor sit amet, consectetuer adipiscing elit.” </a:t>
            </a:r>
            <a:br>
              <a:rPr lang="en-US" dirty="0"/>
            </a:br>
            <a:r>
              <a:rPr lang="en-US" sz="2400" dirty="0"/>
              <a:t>- Author</a:t>
            </a:r>
            <a:endParaRPr lang="en-US" dirty="0"/>
          </a:p>
        </p:txBody>
      </p:sp>
      <p:sp>
        <p:nvSpPr>
          <p:cNvPr id="2" name="Slide Number Placeholder 1">
            <a:extLst>
              <a:ext uri="{FF2B5EF4-FFF2-40B4-BE49-F238E27FC236}">
                <a16:creationId xmlns:a16="http://schemas.microsoft.com/office/drawing/2014/main" id="{8EDC7217-2779-44E0-9E6D-3B3879516A1D}"/>
              </a:ext>
            </a:extLst>
          </p:cNvPr>
          <p:cNvSpPr>
            <a:spLocks noGrp="1"/>
          </p:cNvSpPr>
          <p:nvPr>
            <p:ph type="sldNum" sz="quarter" idx="12"/>
          </p:nvPr>
        </p:nvSpPr>
        <p:spPr/>
        <p:txBody>
          <a:bodyPr/>
          <a:lstStyle/>
          <a:p>
            <a:fld id="{C263D6C4-4840-40CC-AC84-17E24B3B7BDE}" type="slidenum">
              <a:rPr lang="en-US" smtClean="0"/>
              <a:pPr/>
              <a:t>11</a:t>
            </a:fld>
            <a:endParaRPr lang="en-US" dirty="0"/>
          </a:p>
        </p:txBody>
      </p:sp>
    </p:spTree>
    <p:extLst>
      <p:ext uri="{BB962C8B-B14F-4D97-AF65-F5344CB8AC3E}">
        <p14:creationId xmlns:p14="http://schemas.microsoft.com/office/powerpoint/2010/main" val="914134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 1</a:t>
            </a:r>
            <a:endParaRPr lang="en-GB" dirty="0"/>
          </a:p>
        </p:txBody>
      </p:sp>
    </p:spTree>
    <p:extLst>
      <p:ext uri="{BB962C8B-B14F-4D97-AF65-F5344CB8AC3E}">
        <p14:creationId xmlns:p14="http://schemas.microsoft.com/office/powerpoint/2010/main" val="42977186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 2</a:t>
            </a:r>
            <a:endParaRPr lang="en-GB" dirty="0"/>
          </a:p>
        </p:txBody>
      </p:sp>
    </p:spTree>
    <p:extLst>
      <p:ext uri="{BB962C8B-B14F-4D97-AF65-F5344CB8AC3E}">
        <p14:creationId xmlns:p14="http://schemas.microsoft.com/office/powerpoint/2010/main" val="44069682"/>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http://schemas.microsoft.com/office/2006/documentManagement/types"/>
    <ds:schemaRef ds:uri="http://purl.org/dc/terms/"/>
    <ds:schemaRef ds:uri="http://schemas.openxmlformats.org/package/2006/metadata/core-properties"/>
    <ds:schemaRef ds:uri="16c05727-aa75-4e4a-9b5f-8a80a1165891"/>
    <ds:schemaRef ds:uri="http://purl.org/dc/dcmitype/"/>
    <ds:schemaRef ds:uri="71af3243-3dd4-4a8d-8c0d-dd76da1f02a5"/>
    <ds:schemaRef ds:uri="http://www.w3.org/XML/1998/namespace"/>
    <ds:schemaRef ds:uri="http://purl.org/dc/elements/1.1/"/>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0</TotalTime>
  <Words>450</Words>
  <Application>Microsoft Office PowerPoint</Application>
  <PresentationFormat>Widescreen</PresentationFormat>
  <Paragraphs>53</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Tahoma</vt:lpstr>
      <vt:lpstr>Times New Roman</vt:lpstr>
      <vt:lpstr>Trade Gothic LT Pro</vt:lpstr>
      <vt:lpstr>Trebuchet MS</vt:lpstr>
      <vt:lpstr>Office Theme</vt:lpstr>
      <vt:lpstr>Държавен изпит за придобиване на трета степен на професионална квалификация – част по теория на професията по професия код 481030 „Приложен програмист” специалност код 4810301 „Приложно програмиране”</vt:lpstr>
      <vt:lpstr>Тема и актуалност</vt:lpstr>
      <vt:lpstr>Section Header02</vt:lpstr>
      <vt:lpstr>Content Title 01</vt:lpstr>
      <vt:lpstr>Content Title 02</vt:lpstr>
      <vt:lpstr>Content Title</vt:lpstr>
      <vt:lpstr>Content Title 03</vt:lpstr>
      <vt:lpstr>Content Title 04</vt:lpstr>
      <vt:lpstr>Table</vt:lpstr>
      <vt:lpstr>Chart</vt:lpstr>
      <vt:lpstr>Quote appears here  Lorem ipsum dolor sit amet, consectetuer adipiscing elit.”  - Author</vt:lpstr>
      <vt:lpstr>Thank You 1</vt:lpstr>
      <vt:lpstr>Thank You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2026-04-29T08:14:28Z</dcterms:created>
  <dcterms:modified xsi:type="dcterms:W3CDTF">2026-04-29T08:36:18Z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